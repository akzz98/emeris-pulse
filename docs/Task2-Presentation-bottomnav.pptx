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Emeris Pulse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F6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 gym platform — Task 2 product walkthrough for Emeris management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 built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role-specific apps: Member (phone PWA), Instructor, Admin / Facility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Express API and Azure SQL — membership, QR access, classes, equipment, challenges, notices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Hosted on Azure App Service (HTTPS) with CI/CD from GitHub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 accounts use password Pulse123! — screenshots from the live sites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 → https://emeris-pulse-member.azurewebsites.net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Instructor → https://emeris-pulse-instructor.azurewebsites.net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→ https://emeris-pulse-admin.azurewebsites.net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 → https://emeris-pulse-api.azurewebsites.net (JWT access + refresh tokens)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 experience</a:t>
            </a:r>
            <a:endParaRPr lang="en-US" sz="3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 sign-in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01-member-phone-log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Email and password. Show password available. Create a profile for new students and staff.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 Home — phone and desktop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</a:t>
            </a:r>
            <a:endParaRPr lang="en-US" sz="1400" dirty="0"/>
          </a:p>
        </p:txBody>
      </p:sp>
      <p:pic>
        <p:nvPicPr>
          <p:cNvPr id="5" name="Image 0" descr="C:\Users\Kholwani\OneDrive - ADvTECH Ltd\BCAD 3\Sem 2\INSY7315\Part 2\emeris-pulse\docs\presentation-assets\02-member-phone-hom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43000"/>
            <a:ext cx="54864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777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400" dirty="0"/>
          </a:p>
        </p:txBody>
      </p:sp>
      <p:pic>
        <p:nvPicPr>
          <p:cNvPr id="7" name="Image 1" descr="C:\Users\Kholwani\OneDrive - ADvTECH Ltd\BCAD 3\Sem 2\INSY7315\Part 2\emeris-pulse\docs\presentation-assets\11-member-desktop-ho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09360" y="1143000"/>
            <a:ext cx="5486400" cy="4754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Greeting, quick actions (Show QR, Browse classes, Use equipment), streak and activity.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— QR pass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</a:t>
            </a:r>
            <a:endParaRPr lang="en-US" sz="1400" dirty="0"/>
          </a:p>
        </p:txBody>
      </p:sp>
      <p:pic>
        <p:nvPicPr>
          <p:cNvPr id="5" name="Image 0" descr="C:\Users\Kholwani\OneDrive - ADvTECH Ltd\BCAD 3\Sem 2\INSY7315\Part 2\emeris-pulse\docs\presentation-assets\03-member-phone-acc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43000"/>
            <a:ext cx="54864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777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400" dirty="0"/>
          </a:p>
        </p:txBody>
      </p:sp>
      <p:pic>
        <p:nvPicPr>
          <p:cNvPr id="7" name="Image 1" descr="C:\Users\Kholwani\OneDrive - ADvTECH Ltd\BCAD 3\Sem 2\INSY7315\Part 2\emeris-pulse\docs\presentation-assets\12-member-desktop-acces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09360" y="1143000"/>
            <a:ext cx="5486400" cy="4754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Short-lived signed QR. Active membership required. Same pass for students and staff.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Classes — timetable and booking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</a:t>
            </a:r>
            <a:endParaRPr lang="en-US" sz="1400" dirty="0"/>
          </a:p>
        </p:txBody>
      </p:sp>
      <p:pic>
        <p:nvPicPr>
          <p:cNvPr id="5" name="Image 0" descr="C:\Users\Kholwani\OneDrive - ADvTECH Ltd\BCAD 3\Sem 2\INSY7315\Part 2\emeris-pulse\docs\presentation-assets\04-member-phone-class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143000"/>
            <a:ext cx="5486400" cy="47548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309360" y="77724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400" dirty="0"/>
          </a:p>
        </p:txBody>
      </p:sp>
      <p:pic>
        <p:nvPicPr>
          <p:cNvPr id="7" name="Image 1" descr="C:\Users\Kholwani\OneDrive - ADvTECH Ltd\BCAD 3\Sem 2\INSY7315\Part 2\emeris-pulse\docs\presentation-assets\13-member-desktop-classe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09360" y="1143000"/>
            <a:ext cx="5486400" cy="475488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screen: day chips, seats, Book / Waitlist / Cancel (with confirmation).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 menu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05-member-phone-mor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Equipment, Challenges, Notifications, Membership, and Profile.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Equipment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06-member-phone-equipmen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 a session by machine code. Out-of-service machines are refused.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07-member-phone-challen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Campus wellness challenges — join once while open.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Notifications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08-member-phone-notification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In-app only: reminders, class changes, instructor notes, closures, broadcasts.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Membership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09-member-phone-membersh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Status, type, dates, and whether entry is allowed.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Profile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10-member-phone-profi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 name and optional phone. Email and campus ID stay fixed.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Membership gates</a:t>
            </a:r>
            <a:endParaRPr lang="en-US" sz="3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 member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14-member-pending-membersh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 Patel waits for admin activation before entry or booking.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 — Access refused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15-member-pending-acce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QR pass until membership is Active.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Frozen member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16-member-frozen-membershi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Frozen also blocks entry until an administrator activates again.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Instructor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17-instructor-tod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Today’s and upcoming classes. Open a class for roster, attendance, and messages.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— Roster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18-instructor-class-rost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Booked members only. Waitlisted people are not on the roster.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— Attendance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19-instructor-attend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 attended or absent after the class has started.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— Message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19b-instructor-messag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Notes go to booked members only — not the waitlist.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Studio equipment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0-instructor-studio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unsafe studio kit without starting a member session.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 entry — QR scan</a:t>
            </a:r>
            <a:endParaRPr lang="en-US" sz="3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 shows QR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1b-scan-pair-member-qr-fresh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pass on the phone — expires in about 60 seconds, single use.</a:t>
            </a:r>
            <a:endParaRPr lang="en-US" sz="14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Scan entry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3-admin-scan-entr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Camera or paste. Detection pauses after a result; Scan next for the following member.</a:t>
            </a:r>
            <a:endParaRPr lang="en-US" sz="14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Entry granted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4-admin-entry-grant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 records a granted access event. Banner names the member when available.</a:t>
            </a:r>
            <a:endParaRPr lang="en-US" sz="14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 — You’re in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5-member-youre-i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023360" y="868680"/>
            <a:ext cx="4114800" cy="53035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Phone learns the pass was redeemed and confirms entry.</a:t>
            </a:r>
            <a:endParaRPr lang="en-US" sz="14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Gym administration</a:t>
            </a:r>
            <a:endParaRPr lang="en-US" sz="36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2-admin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On-floor occupancy, utilisation peaks, quick actions, gym closure (with confirm).</a:t>
            </a:r>
            <a:endParaRPr lang="en-US" sz="14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 logs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6-admin-access-log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Granted and refused scans, paged, with filters.</a:t>
            </a:r>
            <a:endParaRPr lang="en-US" sz="14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Members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7-admin-memb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 / Active / Frozen tabs, search, approve and freeze with confirmation.</a:t>
            </a:r>
            <a:endParaRPr lang="en-US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Temporary pass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8-admin-temporary-pas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Lost-phone desk pass — 15 minutes, single use, active membership only.</a:t>
            </a:r>
            <a:endParaRPr lang="en-US" sz="14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Temporary pass issued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8b-admin-temporary-pass-issu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QR shown at the desk for the member who lost their phone.</a:t>
            </a:r>
            <a:endParaRPr lang="en-US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Timetable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29-admin-timetab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Publish and edit classes. Capacity cannot fall below booked places.</a:t>
            </a:r>
            <a:endParaRPr lang="en-US" sz="14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(admin)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30-admin-challeng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and manage campus challenges; join counts visible.</a:t>
            </a:r>
            <a:endParaRPr lang="en-US" sz="14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Broadcast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31-admin-broadcas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Role-targeted in-app notices. Confirm summarises the audience before send.</a:t>
            </a:r>
            <a:endParaRPr lang="en-US" sz="14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Reports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32-admin-report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 fill, equipment downtime, wellness participation.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Maintenance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33-admin-mainten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tickets; take out of service or close with confirmation.</a:t>
            </a:r>
            <a:endParaRPr lang="en-US" sz="14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3F6F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0455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Facility manager &amp; system admin</a:t>
            </a:r>
            <a:endParaRPr lang="en-US" sz="3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Facility dashboard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34-facility-dashboar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Facility managers see Dashboard, Reports, and Maintenance only.</a:t>
            </a:r>
            <a:endParaRPr lang="en-US" sz="14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Facility maintenance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35-facility-maintenanc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Same ticket queue — desk actions stay with gym administrators.</a:t>
            </a:r>
            <a:endParaRPr lang="en-US" sz="1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Roles</a:t>
            </a:r>
            <a:endParaRPr lang="en-US" sz="2000" dirty="0"/>
          </a:p>
        </p:txBody>
      </p:sp>
      <p:pic>
        <p:nvPicPr>
          <p:cNvPr id="4" name="Image 0" descr="C:\Users\Kholwani\OneDrive - ADvTECH Ltd\BCAD 3\Sem 2\INSY7315\Part 2\emeris-pulse\docs\presentation-assets\36-sysadmin-role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868680"/>
            <a:ext cx="11247120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D5E6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System admin assigns roles. They cannot change their own role.</a:t>
            </a:r>
            <a:endParaRPr lang="en-US" sz="14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model (ERD)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Users hold Memberships, AccessPasses, Bookings, EquipmentSessions, ChallengeEnrolments, Notifications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AccessEvents link passes to granted or refused door scans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ClassSessions have Bookings; Equipment has MaintenanceTickets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diagram: docs/erd.md in the repository</a:t>
            </a:r>
            <a:endParaRPr lang="en-US" sz="2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&amp; POPIA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Passwords hashed with bcrypt; short-lived JWT + rotating refresh tokens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Role checks on every protected route; Zod validation on bodies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 on all hosted sites; Helmet CSP; CORS allow-list for the three apps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Rate limits on login and pass redeem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Membership, access, and wellness data used only for gym operations — not marketing</a:t>
            </a:r>
            <a:endParaRPr lang="en-US" sz="2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114300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40080" y="10972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Pull requests into develop and main run typecheck, domain tests, and API tests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Merge to main builds and deploys API + three web apps to Azure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14202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 and README: GitHub repo (ARC hand-in is the GitHub link)</a:t>
            </a:r>
            <a:endParaRPr lang="en-US" sz="2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559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1945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338328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3F6F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— Emeris Pulse · member · instructor · admin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Emeris Pulse — Task 2 Presentation</dc:title>
  <dc:subject>PptxGenJS Presentation</dc:subject>
  <dc:creator>Emeris Pulse</dc:creator>
  <cp:lastModifiedBy>Emeris Pulse</cp:lastModifiedBy>
  <cp:revision>1</cp:revision>
  <dcterms:created xsi:type="dcterms:W3CDTF">2026-10-05T17:58:50Z</dcterms:created>
  <dcterms:modified xsi:type="dcterms:W3CDTF">2026-10-05T17:58:50Z</dcterms:modified>
</cp:coreProperties>
</file>