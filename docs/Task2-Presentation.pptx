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Emeris Pulse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6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gym platform — Task 2 product walkthrough for Emeris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role-specific apps: Member (phone PWA), Instructor, Admin / Facility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Express API and Azure SQL — membership, QR access, classes, equipment, challenges, notices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on Azure App Service (HTTPS) with CI/CD from GitHub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accounts use password Pulse123! — screenshots from the live sites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→ https://emeris-pulse-member.azurewebsites.net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→ https://emeris-pulse-instructor.azurewebsites.net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→ https://emeris-pulse-admin.azurewebsites.net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→ https://emeris-pulse-api.azurewebsites.net (JWT access + refresh tokens)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experience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sign-in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1-member-phone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and password. Show password available. Create a profile for new students and staff.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Home — phone and desktop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2-member-phone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1-member-desktop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Greeting, quick actions (Show QR, Browse classes, Use equipment), streak and activity.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— QR pass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3-member-phone-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2-member-desktop-acc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Short-lived signed QR. Active membership required. Same pass for students and staff.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— timetable and booking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4-member-phone-cla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3-member-desktop-class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screen: day chips, seats, Book / Waitlist / Cancel (with confirmation).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menu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5-member-phone-m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Equipment, Challenges, Notifications, Membership, and Profile.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6-member-phone-equip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 session by machine code. Out-of-service machines are refused.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7-member-phone-challen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wellness challenges — join once while open.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8-member-phone-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only: reminders, class changes, instructor notes, closures, broadcasts.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9-member-phone-membersh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type, dates, and whether entry is allowed.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0-member-phone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name and optional phone. Email and campus ID stay fixed.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 gates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member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4-member-pending-membersh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Patel waits for admin activation before entry or booking.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— Access refused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5-member-pending-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QR pass until membership is Active.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member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6-member-frozen-membersh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also blocks entry until an administrator activates again.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7-instructor-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Today’s and upcoming classes. Open a class for roster, attendance, and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Roster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8-instructor-class-ro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Booked members only. Waitlisted people are not on the roster.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Attendance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9-instructor-attend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attended or absent after the class has started.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Message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9b-instructor-mes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go to booked members only — not the waitlist.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equipment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0-instructor-stud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unsafe studio kit without starting a member session.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 entry — QR scan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shows QR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1b-scan-pair-member-qr-fre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pass on the phone — expires in about 60 seconds, single use.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Scan entry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3-admin-scan-en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or paste. Detection pauses after a result; Scan next for the following member.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granted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4-admin-entry-gran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 records a granted access event. Banner names the member when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— You’re in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5-member-youre-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learns the pass was redeemed and confirms entry.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Gym administration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2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On-floor occupancy, utilisation peaks, quick actions, gym closure (with confirm).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logs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6-admin-access-lo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Granted and refused scans, paged, with filters.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7-admin-me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/ Active / Frozen tabs, search, approve and freeze with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 pass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8-admin-temporary-p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Lost-phone desk pass — 15 minutes, single use, active membership only.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 pass issued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8b-admin-temporary-pass-issu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shown at the desk for the member who lost their phone.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Timetable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9-admin-time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and edit classes. Capacity cannot fall below booked places.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(admin)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0-admin-challen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manage campus challenges; join counts visible.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1-admin-broadc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Role-targeted in-app notices. Confirm summarises the audience before send.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2-admin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fill, equipment downtime, wellness participation.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3-admin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tickets; take out of service or close with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manager &amp; system admin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dashboard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4-facility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managers see Dashboard, Reports, and Maintenance only.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maintenance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5-facility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ticket queue — desk actions stay with gym administrators.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6-sysadmin-ro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 assigns roles. They cannot change their own role.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hold Memberships, AccessPasses, Bookings, EquipmentSessions, ChallengeEnrolments, Notifications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AccessEvents link passes to granted or refused door scans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ClassSessions have Bookings; Equipment has MaintenanceTickets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diagram: docs/erd.md in the repository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POPIA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hashed with bcrypt; short-lived JWT + rotating refresh tokens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checks on every protected route; Zod validation on bodies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on all hosted sites; Helmet CSP; CORS allow-list for the three apps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 on login and pass redeem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Membership, access, and wellness data used only for gym operations — not marketing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requests into develop and main run typecheck, domain tests, and API tests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to main builds and deploys API + three web apps to Azure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and README: GitHub repo (ARC hand-in is the GitHub link)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5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6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— Emeris Pulse · member · instructor · admin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Emeris Pulse — Task 2 Presentation</dc:title>
  <dc:subject>PptxGenJS Presentation</dc:subject>
  <dc:creator>Emeris Pulse</dc:creator>
  <cp:lastModifiedBy>Emeris Pulse</cp:lastModifiedBy>
  <cp:revision>1</cp:revision>
  <dcterms:created xsi:type="dcterms:W3CDTF">2026-10-05T17:46:29Z</dcterms:created>
  <dcterms:modified xsi:type="dcterms:W3CDTF">2026-10-05T17:46:29Z</dcterms:modified>
</cp:coreProperties>
</file>